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Clean, minimal Marp deck. No custom colors, no per-slide styling, no italics.
The content is plain markdown so it copies cleanly into any theme or tool
(Google Slides, PowerPoint, Keynote). One idea per slide.
Render to PDF:   npx @marp-team/marp-cli docs/reports/food-label-conference-2026-beverage-deck.md -o food-label-conference-2026-beverage-deck.pdf
Render to PPTX:  npx @marp-team/marp-cli docs/reports/food-label-conference-2026-beverage-deck.md -o food-label-conference-2026-beverage-deck.pptx
Run the two commands separately; combining --pdf and --pptx is rejected.
Audience: non-regulatory beverage team. Source: 38th Annual Food Label
Conference, June 1-2, 2026. Full briefing:
docs/reports/food-label-conference-2026-beverage-briefing.md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Year The Label Changed</dc:title>
  <dc:subject>PptxGenJS Presentation</dc:subject>
  <dc:creator>Created by Marp</dc:creator>
  <cp:lastModifiedBy>Created by Marp</cp:lastModifiedBy>
  <cp:revision>1</cp:revision>
  <dcterms:created xsi:type="dcterms:W3CDTF">2026-06-12T02:42:54Z</dcterms:created>
  <dcterms:modified xsi:type="dcterms:W3CDTF">2026-06-12T02:42:54Z</dcterms:modified>
</cp:coreProperties>
</file>