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Marp deck. Render with: npx @marp-team/marp-cli docs/reports/food-label-conference-2026-deck.md -o deck.pdf
(or --pptx for PowerPoint, --html for web). Speaker notes are in HTML comments per slide.
Source content: docs/reports/food-label-conference-2026-summary.md
Design: one idea per slide, title states the takeaway, glance-test ~3s.
Open on the shift, not credentials. ~20 min, 22 slides. Don't read slides; talk to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hook. In 2023 it was 3 bills in 2 states. Two years later, 140+ across 42, with new laws in 13. The volume is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Big Idea / spine. "Readiness, not prediction." Everything after this supports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journey without spoiling. Each gets its own slide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Self-GRAS has let companies self-certify ingredients. That pathway is narrowing federally AND states are building disclosure registries. Inventory every self-GRAS ingredient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Federal is mostly voluntary + "understanding," not formal rule. The teeth are at the state level — see CA AB 418 / AB 2316 and TX SB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risk: divergent state definitions before a federal one exists. Watch whether NOVA or nutrient criteria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Docket FDA-2024-N-2910. Kennedy has floated a green/yellow/red traffic light, which could mean a new NPRM — don't lock packaging to the Biden-era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"fortification trap." Audit the healthy-claimed portfolio before the 2028 deadline and align it with the FOP relabel into ONE redesign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Makary out, Diamantas in (acting), Prater steady at the Human Foods Program. Big changes are being announced via press, not the Federal Register.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comply with California, you are most of the way to compliant everywhere. That is the planning shortcut.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Injunctions are a pacing signal, not an off-switch. Plan for a 2027 resurgence after the election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legal mechanic that explains the whole patchwork. Warning labels and disclosure mandates survive preemption; nutrition-content rules do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Highest risk: heavy metals (lead, cadmium, arsenic) in roots, fish, rice, spices; acrylamide in cooked carbs. Build the defense file BEFORE the 60-day notice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"Natural," "clean," "guilt-free," "GLP-1 friendly" have no federal definition. Default to specific, measurable nutrient claims. Every spec-sheet change — and every influencer post — is a claims-register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Sugar is the most politically charged nutrient of 2026. The DGA line — "no amount of added sugars... is recommended" — will be quoted in litigation.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Pre-define "who can authorize running with a non-conforming ingredient" before the line stops to ask. Documentation is protection, not bureaucracy.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to our own project: automating regulatory updates. Highest value where AI is paired with domain context. Biggest failure mode: over-complexification — innovation by subtraction.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Sparkline turn: current reality vs. the better future. This is where the audience becomes the hero.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deliverable they take home. Don't dwell — point to the printed playbook and move to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call to action, not "questions?". Return to the Big Idea: readiness, not prediction. Then open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Year the Label Changed</dc:title>
  <dc:subject>PptxGenJS Presentation</dc:subject>
  <dc:creator>Created by Marp</dc:creator>
  <cp:lastModifiedBy>Created by Marp</cp:lastModifiedBy>
  <cp:revision>1</cp:revision>
  <dcterms:created xsi:type="dcterms:W3CDTF">2026-06-11T21:49:52Z</dcterms:created>
  <dcterms:modified xsi:type="dcterms:W3CDTF">2026-06-11T21:49:52Z</dcterms:modified>
</cp:coreProperties>
</file>